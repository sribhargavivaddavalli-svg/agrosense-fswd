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018520" cy="5760720"/>
          </a:xfrm>
          <a:prstGeom prst="roundRect">
            <a:avLst/>
          </a:prstGeom>
          <a:solidFill>
            <a:srgbClr val="F7FAF7"/>
          </a:solidFill>
          <a:ln>
            <a:solidFill>
              <a:srgbClr val="F7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0584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67E4D"/>
                </a:solidFill>
                <a:latin typeface="Aptos"/>
              </a:defRPr>
            </a:pPr>
            <a:r>
              <a:t>🌿  SMART AGRICULTURE • CONNECTED GREENHOUSE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61872"/>
            <a:ext cx="10058400" cy="8229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15362A"/>
                </a:solidFill>
                <a:latin typeface="Aptos"/>
              </a:defRPr>
            </a:pPr>
            <a:r>
              <a:t>AgroSense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29968"/>
            <a:ext cx="987552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67E4D"/>
                </a:solidFill>
                <a:latin typeface="Aptos"/>
              </a:defRPr>
            </a:pPr>
            <a:r>
              <a:t>Smart Greenhouse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615184"/>
            <a:ext cx="9144000" cy="3657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6786E"/>
                </a:solidFill>
                <a:latin typeface="Aptos"/>
              </a:defRPr>
            </a:pPr>
            <a:r>
              <a:t>Monitor • Manage • Grow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47548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456432"/>
            <a:ext cx="429768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67E4D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67328"/>
            <a:ext cx="4297680" cy="1371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F4139"/>
                </a:solidFill>
                <a:latin typeface="Aptos"/>
              </a:defRPr>
            </a:pPr>
            <a:r>
              <a:t>Dr. Karumuri Sri Rama Murthy</a:t>
            </a:r>
          </a:p>
          <a:p>
            <a:pPr>
              <a:spcAft>
                <a:spcPts val="500"/>
              </a:spcAft>
              <a:defRPr sz="1500" b="0">
                <a:solidFill>
                  <a:srgbClr val="2F4139"/>
                </a:solidFill>
                <a:latin typeface="Aptos"/>
              </a:defRPr>
            </a:pPr>
            <a:r>
              <a:t>Asst. Professor</a:t>
            </a:r>
          </a:p>
          <a:p>
            <a:pPr>
              <a:spcAft>
                <a:spcPts val="500"/>
              </a:spcAft>
              <a:defRPr sz="1500" b="0">
                <a:solidFill>
                  <a:srgbClr val="2F4139"/>
                </a:solidFill>
                <a:latin typeface="Aptos"/>
              </a:defRPr>
            </a:pPr>
            <a:r>
              <a:t>Department of CSE</a:t>
            </a:r>
          </a:p>
          <a:p>
            <a:pPr>
              <a:spcAft>
                <a:spcPts val="500"/>
              </a:spcAft>
              <a:defRPr sz="1500" b="0">
                <a:solidFill>
                  <a:srgbClr val="2F4139"/>
                </a:solidFill>
                <a:latin typeface="Aptos"/>
              </a:defRPr>
            </a:pPr>
            <a:r>
              <a:t>KLU Hyderabad, Hyd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3246120"/>
            <a:ext cx="5349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456432"/>
            <a:ext cx="4754880" cy="218521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167E4D"/>
                </a:solidFill>
                <a:latin typeface="Aptos"/>
              </a:defRPr>
            </a:pPr>
            <a:r>
              <a:rPr dirty="0"/>
              <a:t>TEAM  •  NO. 1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126480" y="3767328"/>
            <a:ext cx="4800600" cy="1371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F4139"/>
                </a:solidFill>
                <a:latin typeface="Aptos"/>
              </a:defRPr>
            </a:pPr>
            <a:r>
              <a:t>2520040048  VADDAVALLI SRI BHARGAVI NAGA SAI</a:t>
            </a:r>
          </a:p>
          <a:p>
            <a:pPr>
              <a:spcAft>
                <a:spcPts val="500"/>
              </a:spcAft>
              <a:defRPr sz="1300" b="0">
                <a:solidFill>
                  <a:srgbClr val="2F4139"/>
                </a:solidFill>
                <a:latin typeface="Aptos"/>
              </a:defRPr>
            </a:pPr>
            <a:r>
              <a:t>2520040037  K. Joshita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715000"/>
            <a:ext cx="987552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6786E"/>
                </a:solidFill>
                <a:latin typeface="Aptos"/>
              </a:defRPr>
            </a:pPr>
            <a:r>
              <a:t>Department of Computer Science &amp; Engineering  |  KLU Hyderabad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5715000"/>
            <a:ext cx="41148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167E4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5362A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777240" cy="50292"/>
          </a:xfrm>
          <a:prstGeom prst="rect">
            <a:avLst/>
          </a:prstGeom>
          <a:solidFill>
            <a:srgbClr val="16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95528"/>
            <a:ext cx="960120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86E"/>
                </a:solidFill>
                <a:latin typeface="Aptos"/>
              </a:defRPr>
            </a:pPr>
            <a:r>
              <a:t>A concise overview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983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AgroSense</a:t>
            </a:r>
            <a:r>
              <a:rPr dirty="0"/>
              <a:t> is a web-based prototype for greenhouse monitoring and environmental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rPr dirty="0"/>
              <a:t>•  awareness. It presents soil moisture, temperature, humidity, and light intensity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rPr dirty="0"/>
              <a:t>•  in one dashboard. The React interface displays readings clearly for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rPr dirty="0"/>
              <a:t>•  convenient everyday greenhouse observation. JavaScript and CSS support interactive, readable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rPr dirty="0"/>
              <a:t>•  visual presentation across the interface. Node.js and Express provide backend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rPr dirty="0"/>
              <a:t>•  API endpoints for authentication and telemetry requests. PostgreSQL persistently stores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rPr dirty="0"/>
              <a:t>•  user accounts and recorded sensor telemetry values. Passwords are hashed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rPr dirty="0"/>
              <a:t>•  with </a:t>
            </a:r>
            <a:r>
              <a:rPr dirty="0" err="1"/>
              <a:t>bcrypt</a:t>
            </a:r>
            <a:r>
              <a:rPr dirty="0"/>
              <a:t> instead of being stored as plain text. The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rPr dirty="0"/>
              <a:t>•  dashboard retrieves the latest saved reading and displays its recorded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rPr dirty="0"/>
              <a:t>•  timestamp. Irrigation status is a demonstration control; no physical pump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8360" y="5989320"/>
            <a:ext cx="1417320" cy="310896"/>
          </a:xfrm>
          <a:prstGeom prst="roundRect">
            <a:avLst/>
          </a:prstGeom>
          <a:solidFill>
            <a:srgbClr val="E7F5EB"/>
          </a:solidFill>
          <a:ln>
            <a:solidFill>
              <a:srgbClr val="E7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0" y="6025896"/>
            <a:ext cx="1325880" cy="18288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spcAft>
                <a:spcPts val="500"/>
              </a:spcAft>
              <a:defRPr sz="900" b="1">
                <a:solidFill>
                  <a:srgbClr val="167E4D"/>
                </a:solidFill>
                <a:latin typeface="Aptos"/>
              </a:defRPr>
            </a:pPr>
            <a:r>
              <a:t>100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86E"/>
                </a:solidFill>
                <a:latin typeface="Aptos"/>
              </a:defRPr>
            </a:pPr>
            <a:r>
              <a:t>AGROSENSE  •  SMART GREENHOUSE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67E4D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5362A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777240" cy="50292"/>
          </a:xfrm>
          <a:prstGeom prst="rect">
            <a:avLst/>
          </a:prstGeom>
          <a:solidFill>
            <a:srgbClr val="16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95528"/>
            <a:ext cx="960120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86E"/>
                </a:solidFill>
                <a:latin typeface="Aptos"/>
              </a:defRPr>
            </a:pPr>
            <a:r>
              <a:t>Three layers working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64208"/>
            <a:ext cx="310896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5391BE"/>
                </a:solidFill>
                <a:latin typeface="Aptos"/>
              </a:defRPr>
            </a:pPr>
            <a:r>
              <a:t>01  FRONT-END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67712"/>
            <a:ext cx="3200400" cy="32918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React — component-based interface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JavaScript / JSX — UI behaviour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HTML — page structure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CSS — layout and styling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Vite — development server and build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664208"/>
            <a:ext cx="310896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67E4D"/>
                </a:solidFill>
                <a:latin typeface="Aptos"/>
              </a:defRPr>
            </a:pPr>
            <a:r>
              <a:t>02  BACK-END /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67712"/>
            <a:ext cx="3200400" cy="32918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Node.js — JavaScript runtime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Express.js — REST API routes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CORS — frontend API access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bcrypt — password hashing and verification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dotenv — environment configuration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pg — PostgreSQL connectivity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2168" y="1664208"/>
            <a:ext cx="310896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DB13F"/>
                </a:solidFill>
                <a:latin typeface="Aptos"/>
              </a:defRPr>
            </a:pPr>
            <a:r>
              <a:t>03 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267712"/>
            <a:ext cx="3200400" cy="32918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PostgreSQL — relational data storage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SQL — create, insert, and query records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users — account details and password hashes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sensor_readings — greenhouse telemetry</a:t>
            </a:r>
          </a:p>
          <a:p>
            <a:pPr>
              <a:spcAft>
                <a:spcPts val="500"/>
              </a:spcAft>
              <a:defRPr sz="1400" b="0">
                <a:solidFill>
                  <a:srgbClr val="2F4139"/>
                </a:solidFill>
                <a:latin typeface="Aptos"/>
              </a:defRPr>
            </a:pPr>
            <a:r>
              <a:t>•  pgAdmin — database inspection and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86E"/>
                </a:solidFill>
                <a:latin typeface="Aptos"/>
              </a:defRPr>
            </a:pPr>
            <a:r>
              <a:t>AGROSENSE  •  SMART GREENHOUSE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67E4D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5362A"/>
                </a:solidFill>
                <a:latin typeface="Aptos"/>
              </a:defRPr>
            </a:pPr>
            <a:r>
              <a:t>Problem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777240" cy="50292"/>
          </a:xfrm>
          <a:prstGeom prst="rect">
            <a:avLst/>
          </a:prstGeom>
          <a:solidFill>
            <a:srgbClr val="16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95528"/>
            <a:ext cx="960120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86E"/>
                </a:solidFill>
                <a:latin typeface="Aptos"/>
              </a:defRPr>
            </a:pPr>
            <a:r>
              <a:t>Why a unified monitoring interface is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627632"/>
            <a:ext cx="4480560" cy="3657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BE5055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48840"/>
            <a:ext cx="4617720" cy="33832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t>•  Greenhouse conditions can change throughout the day.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t>•  Checking multiple parameters manually takes time.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t>•  Readings kept separately can be difficult to compare.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t>•  Without stored records, reviewing earlier conditions is harder.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t>•  Users need a simple view of key environmental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4526280"/>
          </a:xfrm>
          <a:prstGeom prst="roundRect">
            <a:avLst/>
          </a:prstGeom>
          <a:solidFill>
            <a:srgbClr val="E7F5EB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8" y="1627632"/>
            <a:ext cx="4480560" cy="3657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7E4D"/>
                </a:solidFill>
                <a:latin typeface="Aptos"/>
              </a:defRPr>
            </a:pPr>
            <a:r>
              <a:t>THE AGROSENSE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148840"/>
            <a:ext cx="4617720" cy="33832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t>•  One dashboard for moisture, temperature, humidity, and light.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t>•  A backend API handles login and telemetry requests.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t>•  PostgreSQL stores user accounts and readings.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t>•  Latest saved values appear with a reading timestamp.</a:t>
            </a:r>
          </a:p>
          <a:p>
            <a:pPr>
              <a:spcAft>
                <a:spcPts val="500"/>
              </a:spcAft>
              <a:defRPr sz="1600" b="0">
                <a:solidFill>
                  <a:srgbClr val="2F4139"/>
                </a:solidFill>
                <a:latin typeface="Aptos"/>
              </a:defRPr>
            </a:pPr>
            <a:r>
              <a:t>•  A prototype foundation for future automation and alerts.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86E"/>
                </a:solidFill>
                <a:latin typeface="Aptos"/>
              </a:defRPr>
            </a:pPr>
            <a:r>
              <a:t>AGROSENSE  •  SMART GREENHOUSE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67E4D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5362A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777240" cy="50292"/>
          </a:xfrm>
          <a:prstGeom prst="rect">
            <a:avLst/>
          </a:prstGeom>
          <a:solidFill>
            <a:srgbClr val="16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95528"/>
            <a:ext cx="960120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86E"/>
                </a:solidFill>
                <a:latin typeface="Aptos"/>
              </a:defRPr>
            </a:pPr>
            <a:r>
              <a:t>Request and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057400" cy="1234440"/>
          </a:xfrm>
          <a:prstGeom prst="roundRect">
            <a:avLst/>
          </a:prstGeom>
          <a:solidFill>
            <a:srgbClr val="ECF4FF"/>
          </a:solidFill>
          <a:ln>
            <a:solidFill>
              <a:srgbClr val="EC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2267712"/>
            <a:ext cx="1911095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5391BE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60904"/>
            <a:ext cx="1911095" cy="3657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F4139"/>
                </a:solidFill>
                <a:latin typeface="Aptos"/>
              </a:defRPr>
            </a:pPr>
            <a:r>
              <a:t>Signs in • views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057400"/>
            <a:ext cx="2240280" cy="1234440"/>
          </a:xfrm>
          <a:prstGeom prst="roundRect">
            <a:avLst/>
          </a:prstGeom>
          <a:solidFill>
            <a:srgbClr val="E7F5EB"/>
          </a:solidFill>
          <a:ln>
            <a:solidFill>
              <a:srgbClr val="E7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10712" y="2267712"/>
            <a:ext cx="2093976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7E4D"/>
                </a:solidFill>
                <a:latin typeface="Aptos"/>
              </a:defRPr>
            </a:pPr>
            <a:r>
              <a:t>REACT FRONT-END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2660904"/>
            <a:ext cx="2093976" cy="3657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F4139"/>
                </a:solidFill>
                <a:latin typeface="Aptos"/>
              </a:defRPr>
            </a:pPr>
            <a:r>
              <a:t>Dashboard • 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57400"/>
            <a:ext cx="2240280" cy="1234440"/>
          </a:xfrm>
          <a:prstGeom prst="roundRect">
            <a:avLst/>
          </a:prstGeom>
          <a:solidFill>
            <a:srgbClr val="FFF6E0"/>
          </a:solidFill>
          <a:ln>
            <a:solidFill>
              <a:srgbClr val="FFF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2267712"/>
            <a:ext cx="2093976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EDB13F"/>
                </a:solidFill>
                <a:latin typeface="Aptos"/>
              </a:defRPr>
            </a:pPr>
            <a:r>
              <a:t>NODE +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660904"/>
            <a:ext cx="2093976" cy="3657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F4139"/>
                </a:solidFill>
                <a:latin typeface="Aptos"/>
              </a:defRPr>
            </a:pPr>
            <a:r>
              <a:t>REST API •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057400"/>
            <a:ext cx="2331720" cy="1234440"/>
          </a:xfrm>
          <a:prstGeom prst="roundRect">
            <a:avLst/>
          </a:prstGeom>
          <a:solidFill>
            <a:srgbClr val="F1ECFF"/>
          </a:solidFill>
          <a:ln>
            <a:solidFill>
              <a:srgbClr val="F1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9992" y="2267712"/>
            <a:ext cx="2185415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7E5FAA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2660904"/>
            <a:ext cx="2185415" cy="3657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F4139"/>
                </a:solidFill>
                <a:latin typeface="Aptos"/>
              </a:defRPr>
            </a:pPr>
            <a:r>
              <a:t>users • sensor_readings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2670048"/>
            <a:ext cx="594360" cy="0"/>
          </a:xfrm>
          <a:prstGeom prst="line">
            <a:avLst/>
          </a:prstGeom>
          <a:ln w="25400">
            <a:solidFill>
              <a:srgbClr val="167E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77840" y="2670048"/>
            <a:ext cx="594360" cy="0"/>
          </a:xfrm>
          <a:prstGeom prst="line">
            <a:avLst/>
          </a:prstGeom>
          <a:ln w="25400">
            <a:solidFill>
              <a:srgbClr val="167E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412480" y="2670048"/>
            <a:ext cx="594360" cy="0"/>
          </a:xfrm>
          <a:prstGeom prst="line">
            <a:avLst/>
          </a:prstGeom>
          <a:ln w="25400">
            <a:solidFill>
              <a:srgbClr val="167E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34640" y="1554480"/>
            <a:ext cx="621792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66786E"/>
                </a:solidFill>
                <a:latin typeface="Aptos"/>
              </a:defRPr>
            </a:pPr>
            <a:r>
              <a:t>HTTP requests / JSON responses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23360"/>
            <a:ext cx="10332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4251960"/>
            <a:ext cx="228600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67E4D"/>
                </a:solidFill>
                <a:latin typeface="Aptos"/>
              </a:defRPr>
            </a:pPr>
            <a:r>
              <a:t>FRONT-END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90288"/>
            <a:ext cx="2286000" cy="56692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localhost:5173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251960"/>
            <a:ext cx="228600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67E4D"/>
                </a:solidFill>
                <a:latin typeface="Aptos"/>
              </a:defRPr>
            </a:pPr>
            <a:r>
              <a:t>BACK-END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590288"/>
            <a:ext cx="2286000" cy="56692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localhost:5000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251960"/>
            <a:ext cx="228600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67E4D"/>
                </a:solidFill>
                <a:latin typeface="Aptos"/>
              </a:defRPr>
            </a:pPr>
            <a:r>
              <a:t>API EXAMPLES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590288"/>
            <a:ext cx="2286000" cy="56692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POST /api/auth/login</a:t>
            </a:r>
          </a:p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GET /api/sensors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251960"/>
            <a:ext cx="228600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67E4D"/>
                </a:solidFill>
                <a:latin typeface="Aptos"/>
              </a:defRPr>
            </a:pPr>
            <a:r>
              <a:t>DATA TABLES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590288"/>
            <a:ext cx="2286000" cy="56692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users</a:t>
            </a:r>
          </a:p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sensor_readings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715000"/>
            <a:ext cx="996696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6786E"/>
                </a:solidFill>
                <a:latin typeface="Aptos"/>
              </a:defRPr>
            </a:pPr>
            <a:r>
              <a:t>The browser does not connect directly to PostgreSQL; the Express API mediates database access.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86E"/>
                </a:solidFill>
                <a:latin typeface="Aptos"/>
              </a:defRPr>
            </a:pPr>
            <a:r>
              <a:t>AGROSENSE  •  SMART GREENHOUSE 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67E4D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5362A"/>
                </a:solidFill>
                <a:latin typeface="Aptos"/>
              </a:defRPr>
            </a:pPr>
            <a:r>
              <a:t>Implementation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777240" cy="50292"/>
          </a:xfrm>
          <a:prstGeom prst="rect">
            <a:avLst/>
          </a:prstGeom>
          <a:solidFill>
            <a:srgbClr val="16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95528"/>
            <a:ext cx="960120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86E"/>
                </a:solidFill>
                <a:latin typeface="Aptos"/>
              </a:defRPr>
            </a:pPr>
            <a:r>
              <a:t>Key modules and what they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362456"/>
            <a:ext cx="2514600" cy="43891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67E4D"/>
                </a:solidFill>
                <a:latin typeface="Aptos"/>
              </a:defRPr>
            </a:pPr>
            <a:r>
              <a:t>1  USER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335024"/>
            <a:ext cx="7543800" cy="53035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F4139"/>
                </a:solidFill>
                <a:latin typeface="Aptos"/>
              </a:defRPr>
            </a:pPr>
            <a:r>
              <a:t>Express routes handle registration and login; bcrypt hashes passwords and verifies login attempts.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76272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304288"/>
            <a:ext cx="2514600" cy="43891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67E4D"/>
                </a:solidFill>
                <a:latin typeface="Aptos"/>
              </a:defRPr>
            </a:pPr>
            <a:r>
              <a:t>2  SENSOR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76856"/>
            <a:ext cx="7543800" cy="53035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F4139"/>
                </a:solidFill>
                <a:latin typeface="Aptos"/>
              </a:defRPr>
            </a:pPr>
            <a:r>
              <a:t>POST /api/sensors validates and stores a reading; GET /api/sensors returns the latest saved reading.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18104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246120"/>
            <a:ext cx="2514600" cy="43891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67E4D"/>
                </a:solidFill>
                <a:latin typeface="Aptos"/>
              </a:defRPr>
            </a:pPr>
            <a:r>
              <a:t>3  DATABASE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18688"/>
            <a:ext cx="7543800" cy="53035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F4139"/>
                </a:solidFill>
                <a:latin typeface="Aptos"/>
              </a:defRPr>
            </a:pPr>
            <a:r>
              <a:t>The pg package connects Node.js to PostgreSQL; parameterised SQL helps reduce SQL-injection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59935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187951"/>
            <a:ext cx="2514600" cy="43891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67E4D"/>
                </a:solidFill>
                <a:latin typeface="Aptos"/>
              </a:defRPr>
            </a:pPr>
            <a:r>
              <a:t>4  DASHBOARD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160520"/>
            <a:ext cx="7543800" cy="53035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F4139"/>
                </a:solidFill>
                <a:latin typeface="Aptos"/>
              </a:defRPr>
            </a:pPr>
            <a:r>
              <a:t>React displays metric cards, demo irrigation status, recent sensor values, and the database timestamp.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01768"/>
            <a:ext cx="10652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5129784"/>
            <a:ext cx="2514600" cy="43891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67E4D"/>
                </a:solidFill>
                <a:latin typeface="Aptos"/>
              </a:defRPr>
            </a:pPr>
            <a:r>
              <a:t>5  PROJECT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102352"/>
            <a:ext cx="7543800" cy="530352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F4139"/>
                </a:solidFill>
                <a:latin typeface="Aptos"/>
              </a:defRPr>
            </a:pPr>
            <a:r>
              <a:t>server.js defines routes; db.js creates the database pool; .env stores local configuration; App.jsx renders the 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053328"/>
            <a:ext cx="10652760" cy="347472"/>
          </a:xfrm>
          <a:prstGeom prst="roundRect">
            <a:avLst/>
          </a:prstGeom>
          <a:solidFill>
            <a:srgbClr val="FFF6E0"/>
          </a:solidFill>
          <a:ln>
            <a:solidFill>
              <a:srgbClr val="FFF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108192"/>
            <a:ext cx="10332720" cy="18288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875E1C"/>
                </a:solidFill>
                <a:latin typeface="Aptos"/>
              </a:defRPr>
            </a:pPr>
            <a:r>
              <a:t>Scope note: irrigation is a demo status only; no physical sensors or pump are connected.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86E"/>
                </a:solidFill>
                <a:latin typeface="Aptos"/>
              </a:defRPr>
            </a:pPr>
            <a:r>
              <a:t>AGROSENSE  •  SMART GREENHOUSE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67E4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5362A"/>
                </a:solidFill>
                <a:latin typeface="Aptos"/>
              </a:defRPr>
            </a:pPr>
            <a:r>
              <a:t>Output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777240" cy="50292"/>
          </a:xfrm>
          <a:prstGeom prst="rect">
            <a:avLst/>
          </a:prstGeom>
          <a:solidFill>
            <a:srgbClr val="16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95528"/>
            <a:ext cx="960120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86E"/>
                </a:solidFill>
                <a:latin typeface="Aptos"/>
              </a:defRPr>
            </a:pPr>
            <a:r>
              <a:t>Screenshots from the AgroSense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8580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hatsApp Image 2026-10-16 at 10.51.16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33829"/>
            <a:ext cx="6583680" cy="35469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870448"/>
            <a:ext cx="621792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86E"/>
                </a:solidFill>
                <a:latin typeface="Aptos"/>
              </a:defRPr>
            </a:pPr>
            <a:r>
              <a:t>Dashboard: metric cards, chart, and greenhouse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234440"/>
            <a:ext cx="38862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hatsApp Image 2026-10-16 at 10.51.16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49009"/>
            <a:ext cx="3611880" cy="17562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9560" y="3328416"/>
            <a:ext cx="338328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6786E"/>
                </a:solidFill>
                <a:latin typeface="Aptos"/>
              </a:defRPr>
            </a:pPr>
            <a:r>
              <a:t>Login screen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730752"/>
            <a:ext cx="388620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hatsApp Image 2026-10-16 at 10.56.10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101655"/>
            <a:ext cx="3611880" cy="15350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9560" y="5934456"/>
            <a:ext cx="338328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6786E"/>
                </a:solidFill>
                <a:latin typeface="Aptos"/>
              </a:defRPr>
            </a:pPr>
            <a:r>
              <a:t>Recent sensor data and database 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86E"/>
                </a:solidFill>
                <a:latin typeface="Aptos"/>
              </a:defRPr>
            </a:pPr>
            <a:r>
              <a:t>AGROSENSE  •  SMART GREENHOUSE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67E4D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5362A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7824"/>
            <a:ext cx="777240" cy="50292"/>
          </a:xfrm>
          <a:prstGeom prst="rect">
            <a:avLst/>
          </a:prstGeom>
          <a:solidFill>
            <a:srgbClr val="167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81328" y="795528"/>
            <a:ext cx="960120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86E"/>
                </a:solidFill>
                <a:latin typeface="Aptos"/>
              </a:defRPr>
            </a:pPr>
            <a:r>
              <a:t>Path from prototype to connected greenhouse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99032"/>
            <a:ext cx="50292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7E4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80744"/>
            <a:ext cx="4114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5362A"/>
                </a:solidFill>
                <a:latin typeface="Aptos"/>
              </a:defRPr>
            </a:pPr>
            <a:r>
              <a:t>Physical sensor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737360"/>
            <a:ext cx="4114800" cy="6583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Connect soil-moisture, temperature, humidity, and light sensors through a microcontroller.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399032"/>
            <a:ext cx="50292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7E4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1380744"/>
            <a:ext cx="4114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5362A"/>
                </a:solidFill>
                <a:latin typeface="Aptos"/>
              </a:defRPr>
            </a:pPr>
            <a:r>
              <a:t>Live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737360"/>
            <a:ext cx="4114800" cy="6583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Use periodic refresh or WebSockets to stream readings to the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07208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971800"/>
            <a:ext cx="50292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7E4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953512"/>
            <a:ext cx="4114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5362A"/>
                </a:solidFill>
                <a:latin typeface="Aptos"/>
              </a:defRPr>
            </a:pPr>
            <a:r>
              <a:t>Smart irrigation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10128"/>
            <a:ext cx="4114800" cy="6583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Add safe pump/valve control, moisture thresholds, manual override, and fail-safes.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07208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971800"/>
            <a:ext cx="50292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7E4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953512"/>
            <a:ext cx="4114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5362A"/>
                </a:solidFill>
                <a:latin typeface="Aptos"/>
              </a:defRPr>
            </a:pPr>
            <a:r>
              <a:t>Alerts and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310128"/>
            <a:ext cx="4114800" cy="6583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Notify users when readings exceed configured ranges and suggest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79976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544568"/>
            <a:ext cx="50292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7E4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14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5362A"/>
                </a:solidFill>
                <a:latin typeface="Aptos"/>
              </a:defRPr>
            </a:pPr>
            <a:r>
              <a:t>Historical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82896"/>
            <a:ext cx="4114800" cy="6583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Store time-series readings and show trends, comparisons, and downloadable reports.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79976"/>
            <a:ext cx="51663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2512" y="4544568"/>
            <a:ext cx="50292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67E4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4526280"/>
            <a:ext cx="4114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5362A"/>
                </a:solidFill>
                <a:latin typeface="Aptos"/>
              </a:defRPr>
            </a:pPr>
            <a:r>
              <a:t>Deployment and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882896"/>
            <a:ext cx="4114800" cy="6583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F4139"/>
                </a:solidFill>
                <a:latin typeface="Aptos"/>
              </a:defRPr>
            </a:pPr>
            <a:r>
              <a:t>Use HTTPS, stronger session/token handling, role-based access, and hosted infrastructure.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080760"/>
            <a:ext cx="10652760" cy="329184"/>
          </a:xfrm>
          <a:prstGeom prst="roundRect">
            <a:avLst/>
          </a:prstGeom>
          <a:solidFill>
            <a:srgbClr val="E7F5EB"/>
          </a:solidFill>
          <a:ln>
            <a:solidFill>
              <a:srgbClr val="E7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6117336"/>
            <a:ext cx="10332720" cy="182880"/>
          </a:xfrm>
          <a:prstGeom prst="rect">
            <a:avLst/>
          </a:prstGeom>
          <a:noFill/>
        </p:spPr>
        <p:txBody>
          <a:bodyPr wrap="square" lIns="54864" tIns="36576" rIns="54864" bIns="27432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67E4D"/>
                </a:solidFill>
                <a:latin typeface="Aptos"/>
              </a:defRPr>
            </a:pPr>
            <a:r>
              <a:t>Goal: evolve AgroSense into a reliable, sensor-connected greenhouse decision-support system.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37960"/>
            <a:ext cx="91440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66786E"/>
                </a:solidFill>
                <a:latin typeface="Aptos"/>
              </a:defRPr>
            </a:pPr>
            <a:r>
              <a:t>AGROSENSE  •  SMART GREENHOUSE 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167E4D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840</Words>
  <Application>Microsoft Office PowerPoint</Application>
  <PresentationFormat>Widescreen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AgroSense — Smart Greenhouse Monitoring System</dc:title>
  <dc:subject>Project presentation</dc:subject>
  <dc:creator>Team 1 — AgroSense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2026-10-17T05:38:37Z</dcterms:modified>
  <cp:category/>
</cp:coreProperties>
</file>